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D707-A94A-4178-8852-625BE6C2022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89447-99D4-455B-AC7D-81B0F0BC37B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98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89447-99D4-455B-AC7D-81B0F0BC37B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341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B7B1-5866-8D4A-C369-A0718BB6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BB1FB-3F10-9185-B75E-214AF58FC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59157-BA05-2A70-22CE-38544B75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Starter repo for part 2 of the course:</a:t>
            </a:r>
          </a:p>
          <a:p>
            <a:r>
              <a:rPr lang="de-DE" dirty="0"/>
              <a:t>- https://github.com/bradtraversy/crypto-dash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0BB11-5B7B-4E57-A680-CDAFE471F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89447-99D4-455B-AC7D-81B0F0BC37B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971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1C52-19F5-A081-1FF4-ED848E581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FC514-8BF3-1445-4166-85D93DE62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0BE92-9C2E-C289-4C07-EEFC08FA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47F3D-2E9F-494D-6493-42D818E4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4319-4200-98AB-29FA-DAB4BA75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216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A3E7-E5A0-E281-CF2B-29FEC39F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7343-2E90-CE42-4235-A19121BC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CF6C3-3796-20D2-630C-F34BBF2F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C7AB8-A6D8-4AAE-6539-47FD3E10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1FA6F-25F3-03C1-257B-A6D0C23A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35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04B8-8047-FC7A-9098-78F60F2A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4D8E5-3991-9E84-3805-EDA81FED6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B251-7AF7-3622-0B79-D4CE72D7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F86DA-4B83-E2FE-E996-C017B30E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0B29A-C173-B5F1-0C27-D71C7CE9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28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7147D-7860-08EE-2544-A323858C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F049C-3077-8D1E-552B-F79F8F569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E01C1-C4C1-D6EA-253D-B9E2581B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0E6B1-3AED-E458-7859-D1B16982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4811A-82D1-96CA-2A24-FDC7A438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91C0A-077E-4D59-9B8A-F4767925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34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0065-9187-60EC-094F-DAE15747A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577C2-E6DC-F9A4-F069-A51E1F80D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D018F-E32D-23C6-643C-3138EE436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8F569-9B7C-88E7-C5B9-7D24CB158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1D04B7-6461-85C3-0AE6-20A513A8F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2C469-D437-7AB5-46FB-7EB9203A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8FA31-E8EE-1F02-FD99-634D49480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399C6-CB1F-B448-EE47-3ADA17DE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07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AFA8-430C-E42C-12BC-3CBD3AAAB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5164A-82E3-6357-BF8D-A79B543F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03F3F3-E7AA-2621-3069-33D80E1F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3FB32-5B2F-5FC4-6A21-28643B20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175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D920B-AFA3-7BAE-D3D0-66E7B555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5F11B-0A4E-A2B4-A550-AEF835A9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4550C-B069-43E5-7A2C-41F2B771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831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003A-D712-BB6E-E021-E40FC85A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D885D-9458-FEFB-69F8-18B4E559F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E9E77-1E38-2698-0B8C-B54E35BA2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186D2-B037-4570-2E89-9B708DFA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3EABB-62A3-F264-F826-FB605527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78F40-2375-83D8-97FF-4FF3CAB5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039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7A48-AE08-7DEC-6719-7742CB36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DB4BA-11ED-6C9B-3628-8D09F68F5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F0400-0D92-3EA0-8C14-34D787E67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B3F01-8151-AB27-FB8A-8A55E31F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D0145-0AE7-38B3-235C-AD70AF13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EE956-87F7-5A7C-9709-41DF6420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56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6FD5-58F3-C2F5-2C7D-087E6E17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F0955-8863-77E0-95E4-466A14E29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E43AF-5BE2-343D-4134-5EFB6664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21C1A-83C0-E020-4706-1CC7FC7C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D50A7-1408-FF41-8AB8-9276119F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36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70F10-E932-8D76-2317-545FA0894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5F7C1-0FE3-16D2-0672-8968D2F88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653C3-9E2A-268F-7989-55FD677A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C4979-768A-66AC-1C5F-DC37675E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C64F3-B34F-78AC-FE34-6D77F277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33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81550-FD6F-7007-85B2-E820180B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221E9-64E1-046C-0ABC-02D73EB9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0D9E-0E3F-1890-0613-833F4257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143C-53EE-41EA-BBDF-64BF30B74E9D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C187C-BD66-965E-48D8-D56D4B0A2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95A61-8B39-A642-7D36-FDE1E4FA4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2855E-9452-4999-860E-C1F334FB5A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88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2GpeepcmY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st.github.com/bradtraversy/9937e0ecfc8a5b269ce6a885636670dc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radtraversy/crypto-das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8D5BBA-032B-5CA4-93F8-F6B6C4D6A77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D35D34-4E4A-95F0-5303-54A81F30A4F7}"/>
              </a:ext>
            </a:extLst>
          </p:cNvPr>
          <p:cNvSpPr txBox="1"/>
          <p:nvPr/>
        </p:nvSpPr>
        <p:spPr>
          <a:xfrm>
            <a:off x="1103376" y="5314696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00B0F0"/>
                </a:solidFill>
                <a:latin typeface="Kanit Light" panose="00000400000000000000" pitchFamily="2" charset="-34"/>
                <a:ea typeface="Verdana" panose="020B0604030504040204" pitchFamily="34" charset="0"/>
                <a:cs typeface="Kanit Light" panose="00000400000000000000" pitchFamily="2" charset="-34"/>
                <a:hlinkClick r:id="rId3"/>
              </a:rPr>
              <a:t>YouTube video</a:t>
            </a:r>
            <a:r>
              <a:rPr lang="de-DE" b="1" dirty="0">
                <a:solidFill>
                  <a:srgbClr val="00B0F0"/>
                </a:solidFill>
                <a:latin typeface="Kanit Light" panose="00000400000000000000" pitchFamily="2" charset="-34"/>
                <a:ea typeface="Verdana" panose="020B0604030504040204" pitchFamily="34" charset="0"/>
                <a:cs typeface="Kanit Light" panose="00000400000000000000" pitchFamily="2" charset="-34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EF808-9BD6-AFBF-E6D9-1A71149D153B}"/>
              </a:ext>
            </a:extLst>
          </p:cNvPr>
          <p:cNvSpPr txBox="1"/>
          <p:nvPr/>
        </p:nvSpPr>
        <p:spPr>
          <a:xfrm>
            <a:off x="1103376" y="58785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00B0F0"/>
                </a:solidFill>
                <a:latin typeface="Kanit Light" panose="00000400000000000000" pitchFamily="2" charset="-34"/>
                <a:ea typeface="Verdana" panose="020B0604030504040204" pitchFamily="34" charset="0"/>
                <a:cs typeface="Kanit Light" panose="00000400000000000000" pitchFamily="2" charset="-34"/>
                <a:hlinkClick r:id="rId4"/>
              </a:rPr>
              <a:t>Prompt Snippets</a:t>
            </a:r>
            <a:r>
              <a:rPr lang="de-DE" b="1" dirty="0">
                <a:solidFill>
                  <a:srgbClr val="00B0F0"/>
                </a:solidFill>
                <a:latin typeface="Kanit Light" panose="00000400000000000000" pitchFamily="2" charset="-34"/>
                <a:ea typeface="Verdana" panose="020B0604030504040204" pitchFamily="34" charset="0"/>
                <a:cs typeface="Kanit Light" panose="00000400000000000000" pitchFamily="2" charset="-34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F4B32-0641-55A8-F304-86E1F35BA7C6}"/>
              </a:ext>
            </a:extLst>
          </p:cNvPr>
          <p:cNvSpPr txBox="1"/>
          <p:nvPr/>
        </p:nvSpPr>
        <p:spPr>
          <a:xfrm>
            <a:off x="2891436" y="2705725"/>
            <a:ext cx="64091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b="1" dirty="0">
                <a:latin typeface="Kanit ExtraBold" panose="00000900000000000000" pitchFamily="2" charset="-34"/>
                <a:cs typeface="Kanit ExtraBold" panose="00000900000000000000" pitchFamily="2" charset="-34"/>
              </a:rPr>
              <a:t>Claude Code Crash Course for Developers</a:t>
            </a:r>
          </a:p>
          <a:p>
            <a:pPr algn="ctr"/>
            <a:endParaRPr lang="de-DE" sz="2400" b="1" dirty="0">
              <a:latin typeface="Kanit ExtraBold" panose="00000900000000000000" pitchFamily="2" charset="-34"/>
              <a:cs typeface="Kanit ExtraBold" panose="00000900000000000000" pitchFamily="2" charset="-34"/>
            </a:endParaRPr>
          </a:p>
          <a:p>
            <a:pPr algn="ctr"/>
            <a:r>
              <a:rPr lang="de-DE" sz="2400" b="1" dirty="0">
                <a:latin typeface="Kanit ExtraBold" panose="00000900000000000000" pitchFamily="2" charset="-34"/>
                <a:cs typeface="Kanit ExtraBold" panose="00000900000000000000" pitchFamily="2" charset="-34"/>
              </a:rPr>
              <a:t> </a:t>
            </a:r>
          </a:p>
          <a:p>
            <a:pPr algn="ctr"/>
            <a:r>
              <a:rPr lang="de-DE" sz="1600" i="1" dirty="0">
                <a:latin typeface="Kanit" panose="00000500000000000000" pitchFamily="2" charset="-34"/>
                <a:cs typeface="Kanit" panose="00000500000000000000" pitchFamily="2" charset="-34"/>
              </a:rPr>
              <a:t>Brad Traversy - Traversy Media</a:t>
            </a:r>
          </a:p>
        </p:txBody>
      </p:sp>
    </p:spTree>
    <p:extLst>
      <p:ext uri="{BB962C8B-B14F-4D97-AF65-F5344CB8AC3E}">
        <p14:creationId xmlns:p14="http://schemas.microsoft.com/office/powerpoint/2010/main" val="315948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65EFA-BC92-735B-CADD-6DC92D89D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2BEA4-A4B2-255C-2ABB-AA080645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48CC3F-4F71-886E-CD24-BDBB7AE32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886587-D5B1-AFED-84BE-0A403005BA01}"/>
              </a:ext>
            </a:extLst>
          </p:cNvPr>
          <p:cNvSpPr txBox="1"/>
          <p:nvPr/>
        </p:nvSpPr>
        <p:spPr>
          <a:xfrm>
            <a:off x="6315075" y="61685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linkClick r:id="rId4"/>
              </a:rPr>
              <a:t>https://github.com/bradtraversy/crypto-dash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65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46</Words>
  <Application>Microsoft Office PowerPoint</Application>
  <PresentationFormat>Widescreen</PresentationFormat>
  <Paragraphs>11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Kanit</vt:lpstr>
      <vt:lpstr>Kanit ExtraBold</vt:lpstr>
      <vt:lpstr>Kanit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tim.erdmann87@outlook.com</dc:creator>
  <cp:lastModifiedBy>tim.erdmann87@outlook.com</cp:lastModifiedBy>
  <cp:revision>4</cp:revision>
  <dcterms:created xsi:type="dcterms:W3CDTF">2024-05-04T23:53:57Z</dcterms:created>
  <dcterms:modified xsi:type="dcterms:W3CDTF">2026-09-27T22:55:40Z</dcterms:modified>
</cp:coreProperties>
</file>